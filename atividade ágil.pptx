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Ubuntu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Montserrat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buntu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Ubuntu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.fntdata"/><Relationship Id="rId3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buntu-bold.fntdata"/><Relationship Id="rId18" Type="http://schemas.openxmlformats.org/officeDocument/2006/relationships/font" Target="fonts/Ubuntu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423e3477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423e3477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423e3477d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423e3477d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423e3477d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423e3477d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423e3477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423e3477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423e3477d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423e3477d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423e3477d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423e3477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423e3477d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423e3477d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423e3477d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423e3477d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423e3477d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423e3477d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423e3477d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423e3477d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423e3477d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423e3477d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node.j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mestresdaweb.com.br/tecnologias/sistema-web-x-aplicativo-quais-sao-as-diferenca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mestresdaweb.com.br/tecnologias/desenvolvimento-de-softwares-tudo-o-que-voce-precisa-saber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mestresdaweb.com.br/tecnologias/desenvolvedor-de-aplicativos-como-se-tornar-profissional" TargetMode="External"/><Relationship Id="rId4" Type="http://schemas.openxmlformats.org/officeDocument/2006/relationships/hyperlink" Target="https://www.mestresdaweb.com.br/tecnologias/desenvolvedor-de-aplicativos-como-se-tornar-profission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76825" y="2001900"/>
            <a:ext cx="8520600" cy="8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ATIVIDADE ÁGIL</a:t>
            </a:r>
            <a:endParaRPr b="1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11700" y="38479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2080"/>
              <a:t>G</a:t>
            </a:r>
            <a:r>
              <a:rPr lang="pt-BR" sz="2080"/>
              <a:t>rupo: Selton Lauria, Lucas Miguel, Luiz Henrique e juan pablo</a:t>
            </a:r>
            <a:endParaRPr sz="20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/>
          <p:nvPr/>
        </p:nvSpPr>
        <p:spPr>
          <a:xfrm>
            <a:off x="-86050" y="-74200"/>
            <a:ext cx="9266100" cy="5281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1" name="Google Shape;14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4100" y="111950"/>
            <a:ext cx="2296675" cy="229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/>
          <p:nvPr/>
        </p:nvSpPr>
        <p:spPr>
          <a:xfrm>
            <a:off x="866850" y="2942125"/>
            <a:ext cx="7410300" cy="19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JAVASCRIPT</a:t>
            </a:r>
            <a:endParaRPr b="1" sz="9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ctrTitle"/>
          </p:nvPr>
        </p:nvSpPr>
        <p:spPr>
          <a:xfrm>
            <a:off x="320650" y="572950"/>
            <a:ext cx="8350800" cy="7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/>
              <a:t>A </a:t>
            </a:r>
            <a:r>
              <a:rPr b="1" lang="pt-BR" sz="4400"/>
              <a:t>história</a:t>
            </a:r>
            <a:r>
              <a:rPr b="1" lang="pt-BR" sz="4400"/>
              <a:t> da linguagem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453300" y="1908900"/>
            <a:ext cx="8032800" cy="27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-"/>
            </a:pPr>
            <a:r>
              <a:rPr lang="pt-BR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JavaScript 1.0 foi lançado em 1995, quando a Internet ainda era uma invenção relativamente nova. O primeiro navegador web, Mosaic, havia sido lançado apenas dois anos antes, e HTML era a única ferramenta para construir websites, já que o CSS não havia sido completamente desenvolvido. Criar websites ainda era uma habilidade relativamente fácil de adquirir, algo que era acessível não apenas para engenheiros de software, mas também para desenvolvedores e designers inexperientes. Por isso, Marc Andressen, o fundador do recém-lançado navegador Netscape, queria expandir as capacidades do navegador adicionando elementos mais dinâmicos. Ao mesmo tempo, ele queria que esses elementos estivessem disponíveis para o novo e crescente mercado de desenvolvedores web amadores. Assim, nasceu a ideia de criar uma linguagem de script simples e dinâmica que um dia seria conhecida como JavaScript.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ctrTitle"/>
          </p:nvPr>
        </p:nvSpPr>
        <p:spPr>
          <a:xfrm>
            <a:off x="1033500" y="359950"/>
            <a:ext cx="7521300" cy="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Criadores</a:t>
            </a:r>
            <a:endParaRPr/>
          </a:p>
        </p:txBody>
      </p:sp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578850" y="1899575"/>
            <a:ext cx="7986300" cy="29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Brendan Eich criou o javascript para atender uma demanda da empresa que o contratou, a Mosaic Communications, para criar uma linguagem que pudesse trazer interatividade ao seu navegador, o Mosaic Netscape (posteriormente nomeado Netscape Navigator).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597900"/>
            <a:ext cx="5755500" cy="6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/>
              <a:t>PRINCIPAIS CARACTERÍSTICAS</a:t>
            </a:r>
            <a:endParaRPr b="1" sz="2600"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Principais características:</a:t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JavaScript é versátil e eficiente, com interpretação leve, tipagem dinâmica e respostas orientadas a eventos Isso inclui variáveis, tipos de dados, operadores, funções e condicionais para a lógica de tomada de decisão. O JavaScript não precisa ser compilado antes de executar – os navegadores interpretam o código diretamente, acelerando o desenvolvimento e os testes. Tem Tipagem dinâmica, ou seja, As variáveis não têm tipo fixo. Você pode atribuir um número e depois uma string à mesma variável, ganhando flexibilidade. O JavaScript responde a ações do usuário (eventos) — cliques, movimentos do mouse ou pressionamento de teclas — possibilitando experiências altamente interativas. A linguagem funciona com orientação a objetos (organiza o código em objetos) e com programação funcional (funções como “cidadãos de primeira classe”). Essa natureza híbrida permite escolher a abordagem ideal para cada necessidade.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4570725" y="1110025"/>
            <a:ext cx="3951600" cy="3444300"/>
          </a:xfrm>
          <a:prstGeom prst="rect">
            <a:avLst/>
          </a:prstGeom>
          <a:solidFill>
            <a:srgbClr val="1213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/>
              <a:t>Exemplo de código:</a:t>
            </a:r>
            <a:endParaRPr sz="2500"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395325" y="1449025"/>
            <a:ext cx="3949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Esse código a direita, pega um texto escrito na tag &lt;input&gt; com id “txtsenha”, transforma em string. Depois, ele confere se a senha escrita é a correta, se for a correta ele manda um alerta dizendo “Bem vindo usuário!” e depois manda o usuário para outra página, se for a senha errada, ele emite um alerta dizendo que a senha está errada.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18" title="imagem_2026-05-22_161211235.png"/>
          <p:cNvPicPr preferRelativeResize="0"/>
          <p:nvPr/>
        </p:nvPicPr>
        <p:blipFill rotWithShape="1">
          <a:blip r:embed="rId3">
            <a:alphaModFix/>
          </a:blip>
          <a:srcRect b="1343" l="0" r="0" t="1343"/>
          <a:stretch/>
        </p:blipFill>
        <p:spPr>
          <a:xfrm>
            <a:off x="4571997" y="1616450"/>
            <a:ext cx="3949075" cy="191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</a:t>
            </a:r>
            <a:r>
              <a:rPr lang="pt-BR"/>
              <a:t>áreas</a:t>
            </a:r>
            <a:r>
              <a:rPr lang="pt-BR"/>
              <a:t> de aplicação</a:t>
            </a:r>
            <a:endParaRPr/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Foi originalmente utilizada em navegadores web para fazer com que scripts pudessem ser executados/pudessem interagir com o usuário localmente (sem passar pelo servidor), controlando o controlando as ações do navegador. Hoje em dia, é utilizado em outros sistemas além do citado, como servidores e bancos de dados da Web, além de programas como processadores de texto e PDF, além de outros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Vantagens e desvantagens</a:t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631075" y="1452750"/>
            <a:ext cx="3380400" cy="3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latin typeface="Ubuntu"/>
                <a:ea typeface="Ubuntu"/>
                <a:cs typeface="Ubuntu"/>
                <a:sym typeface="Ubuntu"/>
              </a:rPr>
              <a:t>VANTAGENS:</a:t>
            </a:r>
            <a:endParaRPr b="1" sz="1400">
              <a:latin typeface="Ubuntu"/>
              <a:ea typeface="Ubuntu"/>
              <a:cs typeface="Ubuntu"/>
              <a:sym typeface="Ubuntu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Velocidade, pois é executado imediatamente no navegador do client. Se tudo ocorrer da maneira certa, vai ser rápido, pois o código é executado sem necessidade de compilação prévia.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Simplicidade, pois ela é relativamente fácil de aprender.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Popularidade: é usada na maioria dos sites modernos da web. Com o advento do </a:t>
            </a:r>
            <a:r>
              <a:rPr lang="pt-BR" sz="1100" u="sng">
                <a:latin typeface="Arial"/>
                <a:ea typeface="Arial"/>
                <a:cs typeface="Arial"/>
                <a:sym typeface="Arial"/>
                <a:hlinkClick r:id="rId3"/>
              </a:rPr>
              <a:t>Node.js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, é cada vez mais usado no back-end.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Interoperabilidade: pode ser usado em diferentes aplicações, pois tem suporte a outras linguagens como Pearl e PHP.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4379275" y="1452750"/>
            <a:ext cx="3595800" cy="3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latin typeface="Ubuntu"/>
                <a:ea typeface="Ubuntu"/>
                <a:cs typeface="Ubuntu"/>
                <a:sym typeface="Ubuntu"/>
              </a:rPr>
              <a:t>DESVANTAGENS: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Segurança do lado do client: como o código em JavaScript é executado no lado do client, bugs e descuidos às vezes podem ser explorados para fins maliciosos. Por causa disso, algumas pessoas optam por desativar totalmente o JavaScript.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Suporte dos navegadores – embora os scripts do lado do servidor sempre produzam a mesma saída, navegadores diferentes às vezes interpretam o código em JavaScript de maneira diferente. Hoje em dia, as diferenças são mínimas e você não deve ter que se preocupar com isso, mas ainda precisa testar seu script em todos os principais navegadores.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Montserrat Medium"/>
                <a:ea typeface="Montserrat Medium"/>
                <a:cs typeface="Montserrat Medium"/>
                <a:sym typeface="Montserrat Medium"/>
              </a:rPr>
              <a:t>Tesla: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É um dos maiores nomes quando se trata de carros elétricos por conta de serem eficientes em termos de energia e oferecer um grande número de recursos para os usuários. Uma das inovações dos carros Tesla é o app For Tesla que tem funcionalidades como controlar e verificar recursos do carro no celular.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Por conta do grande número de usuários, a empresa Tesla escolheu usar o React Native para seu aplicativo móvel garantindo uma boa experiência para os clientes.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7" name="Google Shape;187;p21"/>
          <p:cNvSpPr txBox="1"/>
          <p:nvPr>
            <p:ph type="title"/>
          </p:nvPr>
        </p:nvSpPr>
        <p:spPr>
          <a:xfrm>
            <a:off x="1232400" y="300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/>
              <a:t>EMPRESAS QUE UTILIZAM </a:t>
            </a:r>
            <a:r>
              <a:rPr b="1" lang="pt-BR" sz="4689"/>
              <a:t>JAVASCRIPT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1185000" y="1567550"/>
            <a:ext cx="71514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latin typeface="Montserrat Medium"/>
                <a:ea typeface="Montserrat Medium"/>
                <a:cs typeface="Montserrat Medium"/>
                <a:sym typeface="Montserrat Medium"/>
              </a:rPr>
              <a:t>META</a:t>
            </a:r>
            <a:r>
              <a:rPr lang="pt-BR" sz="1500"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INSTAGRAM: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pt-BR" sz="1100"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latin typeface="Arial"/>
                <a:ea typeface="Arial"/>
                <a:cs typeface="Arial"/>
                <a:sym typeface="Arial"/>
              </a:rPr>
              <a:t>O Instagram passou a usar o React Native para fazer seus aplicativos e React Js para</a:t>
            </a:r>
            <a:r>
              <a:rPr lang="pt-BR" sz="11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pt-BR" sz="1100">
                <a:latin typeface="Arial"/>
                <a:ea typeface="Arial"/>
                <a:cs typeface="Arial"/>
                <a:sym typeface="Arial"/>
              </a:rPr>
              <a:t>app web, tornando rápido e fácil para os desenvolvedores atualizar e adicionar novos recursos ao aplicativo, mantendo a interface do usuário e os mesmos recursos em geral nas plataformas.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FACEBOOK: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latin typeface="Arial"/>
                <a:ea typeface="Arial"/>
                <a:cs typeface="Arial"/>
                <a:sym typeface="Arial"/>
              </a:rPr>
              <a:t>O Facebook é a maior mídia social do mundo, e para garantir o funcionamento da plataforma, a empresa Meta utiliza a tecnologia JavaScript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2"/>
          <p:cNvSpPr txBox="1"/>
          <p:nvPr>
            <p:ph type="title"/>
          </p:nvPr>
        </p:nvSpPr>
        <p:spPr>
          <a:xfrm>
            <a:off x="1232400" y="300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/>
              <a:t>EMPRESAS QUE UTILIZAM </a:t>
            </a:r>
            <a:r>
              <a:rPr b="1" lang="pt-BR" sz="4689"/>
              <a:t>JAVASCRIPT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airbnb: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Airbnb é uma plataforma que permite aos usuários reservar e listar acomodações de diversos tipos, como casas, apartamentos e aluguéis de temporada. O app conta com o framework React Native pois, de acordo com a equipe de</a:t>
            </a:r>
            <a:r>
              <a:rPr lang="pt-BR" sz="1400">
                <a:solidFill>
                  <a:srgbClr val="FFFFFF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desenvolvimento de software e apps, este framework auxilia o time economizando tempo de desenvolvimento. 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"/>
          <p:cNvSpPr txBox="1"/>
          <p:nvPr>
            <p:ph type="title"/>
          </p:nvPr>
        </p:nvSpPr>
        <p:spPr>
          <a:xfrm>
            <a:off x="1232400" y="300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/>
              <a:t>EMPRESAS QUE UTILIZAM </a:t>
            </a:r>
            <a:r>
              <a:rPr b="1" lang="pt-BR" sz="4689"/>
              <a:t>JAVASCRIPT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1232400" y="300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/>
              <a:t>EMPRESAS QUE UTILIZAM </a:t>
            </a:r>
            <a:r>
              <a:rPr b="1" lang="pt-BR" sz="4689"/>
              <a:t>JAVASCRIPT</a:t>
            </a:r>
            <a:endParaRPr/>
          </a:p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Walmart;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O Walmart é uma das maiores empresas de varejo do mundo. A operadora americana é bem conhecida pelos descontos que oferece com frequência seu</a:t>
            </a:r>
            <a:r>
              <a:rPr lang="pt-BR" sz="15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pt-BR" sz="1500" u="sng">
                <a:latin typeface="Arial"/>
                <a:ea typeface="Arial"/>
                <a:cs typeface="Arial"/>
                <a:sym typeface="Arial"/>
                <a:hlinkClick r:id="rId4"/>
              </a:rPr>
              <a:t>desenvolvedor de aplicativos</a:t>
            </a:r>
            <a:r>
              <a:rPr lang="pt-BR" sz="1500">
                <a:latin typeface="Arial"/>
                <a:ea typeface="Arial"/>
                <a:cs typeface="Arial"/>
                <a:sym typeface="Arial"/>
              </a:rPr>
              <a:t> integrou o React Native em seu aplicativo pelo benefício de melhorar a experiência dos usuários em um curto período de tempo.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